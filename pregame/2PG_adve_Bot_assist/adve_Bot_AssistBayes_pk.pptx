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sldIdLst>
    <p:sldId id="256" r:id="rId3"/>
    <p:sldId id="270" r:id="rId4"/>
    <p:sldId id="268" r:id="rId5"/>
    <p:sldId id="262" r:id="rId6"/>
    <p:sldId id="271" r:id="rId7"/>
    <p:sldId id="264" r:id="rId8"/>
    <p:sldId id="266" r:id="rId9"/>
  </p:sldIdLst>
  <p:sldSz cx="12192000" cy="6858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522" y="3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 name="PlaceHolder 2"/>
          <p:cNvSpPr>
            <a:spLocks noGrp="1"/>
          </p:cNvSpPr>
          <p:nvPr>
            <p:ph type="subTitle"/>
          </p:nvPr>
        </p:nvSpPr>
        <p:spPr>
          <a:xfrm>
            <a:off x="838080" y="1825560"/>
            <a:ext cx="10515240" cy="43509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 name="PlaceHolder 2"/>
          <p:cNvSpPr>
            <a:spLocks noGrp="1"/>
          </p:cNvSpPr>
          <p:nvPr>
            <p:ph type="body"/>
          </p:nvPr>
        </p:nvSpPr>
        <p:spPr>
          <a:xfrm>
            <a:off x="838080" y="1825560"/>
            <a:ext cx="10515240" cy="435096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 name="PlaceHolder 2"/>
          <p:cNvSpPr>
            <a:spLocks noGrp="1"/>
          </p:cNvSpPr>
          <p:nvPr>
            <p:ph type="body"/>
          </p:nvPr>
        </p:nvSpPr>
        <p:spPr>
          <a:xfrm>
            <a:off x="83808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 name="PlaceHolder 3"/>
          <p:cNvSpPr>
            <a:spLocks noGrp="1"/>
          </p:cNvSpPr>
          <p:nvPr>
            <p:ph type="body"/>
          </p:nvPr>
        </p:nvSpPr>
        <p:spPr>
          <a:xfrm>
            <a:off x="622620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38080" y="365040"/>
            <a:ext cx="10515240" cy="614412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5"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6" name="PlaceHolder 3"/>
          <p:cNvSpPr>
            <a:spLocks noGrp="1"/>
          </p:cNvSpPr>
          <p:nvPr>
            <p:ph type="body"/>
          </p:nvPr>
        </p:nvSpPr>
        <p:spPr>
          <a:xfrm>
            <a:off x="622620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7" name="PlaceHolder 4"/>
          <p:cNvSpPr>
            <a:spLocks noGrp="1"/>
          </p:cNvSpPr>
          <p:nvPr>
            <p:ph type="body"/>
          </p:nvPr>
        </p:nvSpPr>
        <p:spPr>
          <a:xfrm>
            <a:off x="83808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9" name="PlaceHolder 2"/>
          <p:cNvSpPr>
            <a:spLocks noGrp="1"/>
          </p:cNvSpPr>
          <p:nvPr>
            <p:ph type="body"/>
          </p:nvPr>
        </p:nvSpPr>
        <p:spPr>
          <a:xfrm>
            <a:off x="83808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0"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 name="PlaceHolder 4"/>
          <p:cNvSpPr>
            <a:spLocks noGrp="1"/>
          </p:cNvSpPr>
          <p:nvPr>
            <p:ph type="body"/>
          </p:nvPr>
        </p:nvSpPr>
        <p:spPr>
          <a:xfrm>
            <a:off x="622620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3"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4"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 name="PlaceHolder 4"/>
          <p:cNvSpPr>
            <a:spLocks noGrp="1"/>
          </p:cNvSpPr>
          <p:nvPr>
            <p:ph type="body"/>
          </p:nvPr>
        </p:nvSpPr>
        <p:spPr>
          <a:xfrm>
            <a:off x="838080" y="4098240"/>
            <a:ext cx="1051524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 name="PlaceHolder 2"/>
          <p:cNvSpPr>
            <a:spLocks noGrp="1"/>
          </p:cNvSpPr>
          <p:nvPr>
            <p:ph type="body"/>
          </p:nvPr>
        </p:nvSpPr>
        <p:spPr>
          <a:xfrm>
            <a:off x="838080" y="1825560"/>
            <a:ext cx="1051524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 name="PlaceHolder 3"/>
          <p:cNvSpPr>
            <a:spLocks noGrp="1"/>
          </p:cNvSpPr>
          <p:nvPr>
            <p:ph type="body"/>
          </p:nvPr>
        </p:nvSpPr>
        <p:spPr>
          <a:xfrm>
            <a:off x="838080" y="4098240"/>
            <a:ext cx="1051524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0"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1"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2" name="PlaceHolder 4"/>
          <p:cNvSpPr>
            <a:spLocks noGrp="1"/>
          </p:cNvSpPr>
          <p:nvPr>
            <p:ph type="body"/>
          </p:nvPr>
        </p:nvSpPr>
        <p:spPr>
          <a:xfrm>
            <a:off x="83808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3" name="PlaceHolder 5"/>
          <p:cNvSpPr>
            <a:spLocks noGrp="1"/>
          </p:cNvSpPr>
          <p:nvPr>
            <p:ph type="body"/>
          </p:nvPr>
        </p:nvSpPr>
        <p:spPr>
          <a:xfrm>
            <a:off x="622620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5" name="PlaceHolder 2"/>
          <p:cNvSpPr>
            <a:spLocks noGrp="1"/>
          </p:cNvSpPr>
          <p:nvPr>
            <p:ph type="body"/>
          </p:nvPr>
        </p:nvSpPr>
        <p:spPr>
          <a:xfrm>
            <a:off x="838080" y="182556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6" name="PlaceHolder 3"/>
          <p:cNvSpPr>
            <a:spLocks noGrp="1"/>
          </p:cNvSpPr>
          <p:nvPr>
            <p:ph type="body"/>
          </p:nvPr>
        </p:nvSpPr>
        <p:spPr>
          <a:xfrm>
            <a:off x="4393440" y="182556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7" name="PlaceHolder 4"/>
          <p:cNvSpPr>
            <a:spLocks noGrp="1"/>
          </p:cNvSpPr>
          <p:nvPr>
            <p:ph type="body"/>
          </p:nvPr>
        </p:nvSpPr>
        <p:spPr>
          <a:xfrm>
            <a:off x="7949160" y="182556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8" name="PlaceHolder 5"/>
          <p:cNvSpPr>
            <a:spLocks noGrp="1"/>
          </p:cNvSpPr>
          <p:nvPr>
            <p:ph type="body"/>
          </p:nvPr>
        </p:nvSpPr>
        <p:spPr>
          <a:xfrm>
            <a:off x="838080" y="409824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9" name="PlaceHolder 6"/>
          <p:cNvSpPr>
            <a:spLocks noGrp="1"/>
          </p:cNvSpPr>
          <p:nvPr>
            <p:ph type="body"/>
          </p:nvPr>
        </p:nvSpPr>
        <p:spPr>
          <a:xfrm>
            <a:off x="4393440" y="409824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40" name="PlaceHolder 7"/>
          <p:cNvSpPr>
            <a:spLocks noGrp="1"/>
          </p:cNvSpPr>
          <p:nvPr>
            <p:ph type="body"/>
          </p:nvPr>
        </p:nvSpPr>
        <p:spPr>
          <a:xfrm>
            <a:off x="7949160" y="409824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6E5A7-4729-5E2C-4993-BE13774235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23C573A-317E-CFCE-1F11-DF8A162E88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2647856-716D-3F7D-B439-841A6A200A5F}"/>
              </a:ext>
            </a:extLst>
          </p:cNvPr>
          <p:cNvSpPr>
            <a:spLocks noGrp="1"/>
          </p:cNvSpPr>
          <p:nvPr>
            <p:ph type="dt" sz="half" idx="10"/>
          </p:nvPr>
        </p:nvSpPr>
        <p:spPr/>
        <p:txBody>
          <a:bodyPr/>
          <a:lstStyle/>
          <a:p>
            <a:fld id="{039929C0-D38E-464F-9A33-0EDD3C56CB8C}" type="datetimeFigureOut">
              <a:rPr lang="en-US" smtClean="0"/>
              <a:t>1/26/2026</a:t>
            </a:fld>
            <a:endParaRPr lang="en-US"/>
          </a:p>
        </p:txBody>
      </p:sp>
      <p:sp>
        <p:nvSpPr>
          <p:cNvPr id="5" name="Footer Placeholder 4">
            <a:extLst>
              <a:ext uri="{FF2B5EF4-FFF2-40B4-BE49-F238E27FC236}">
                <a16:creationId xmlns:a16="http://schemas.microsoft.com/office/drawing/2014/main" id="{6F942446-EB48-6AF4-3269-93F9F8C3B0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7E2E39-D042-9936-D777-3976F5089859}"/>
              </a:ext>
            </a:extLst>
          </p:cNvPr>
          <p:cNvSpPr>
            <a:spLocks noGrp="1"/>
          </p:cNvSpPr>
          <p:nvPr>
            <p:ph type="sldNum" sz="quarter" idx="12"/>
          </p:nvPr>
        </p:nvSpPr>
        <p:spPr/>
        <p:txBody>
          <a:bodyPr/>
          <a:lstStyle/>
          <a:p>
            <a:fld id="{92D89660-BDA3-43A5-B886-CFBD366AAE83}" type="slidenum">
              <a:rPr lang="en-US" smtClean="0"/>
              <a:t>‹#›</a:t>
            </a:fld>
            <a:endParaRPr lang="en-US"/>
          </a:p>
        </p:txBody>
      </p:sp>
    </p:spTree>
    <p:extLst>
      <p:ext uri="{BB962C8B-B14F-4D97-AF65-F5344CB8AC3E}">
        <p14:creationId xmlns:p14="http://schemas.microsoft.com/office/powerpoint/2010/main" val="40032063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354CF-B241-D206-2CD3-84DE2267F9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DBFE6D-D085-5EFF-D486-CEBC61AA40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343A76-257D-B50E-858E-DF8A2E1141F2}"/>
              </a:ext>
            </a:extLst>
          </p:cNvPr>
          <p:cNvSpPr>
            <a:spLocks noGrp="1"/>
          </p:cNvSpPr>
          <p:nvPr>
            <p:ph type="dt" sz="half" idx="10"/>
          </p:nvPr>
        </p:nvSpPr>
        <p:spPr/>
        <p:txBody>
          <a:bodyPr/>
          <a:lstStyle/>
          <a:p>
            <a:fld id="{039929C0-D38E-464F-9A33-0EDD3C56CB8C}" type="datetimeFigureOut">
              <a:rPr lang="en-US" smtClean="0"/>
              <a:t>1/26/2026</a:t>
            </a:fld>
            <a:endParaRPr lang="en-US"/>
          </a:p>
        </p:txBody>
      </p:sp>
      <p:sp>
        <p:nvSpPr>
          <p:cNvPr id="5" name="Footer Placeholder 4">
            <a:extLst>
              <a:ext uri="{FF2B5EF4-FFF2-40B4-BE49-F238E27FC236}">
                <a16:creationId xmlns:a16="http://schemas.microsoft.com/office/drawing/2014/main" id="{4A61A9BD-F811-ECD9-ACF2-15DDB21B2B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813F7D-42C9-B553-66C5-BCFA88D06FE9}"/>
              </a:ext>
            </a:extLst>
          </p:cNvPr>
          <p:cNvSpPr>
            <a:spLocks noGrp="1"/>
          </p:cNvSpPr>
          <p:nvPr>
            <p:ph type="sldNum" sz="quarter" idx="12"/>
          </p:nvPr>
        </p:nvSpPr>
        <p:spPr/>
        <p:txBody>
          <a:bodyPr/>
          <a:lstStyle/>
          <a:p>
            <a:fld id="{92D89660-BDA3-43A5-B886-CFBD366AAE83}" type="slidenum">
              <a:rPr lang="en-US" smtClean="0"/>
              <a:t>‹#›</a:t>
            </a:fld>
            <a:endParaRPr lang="en-US"/>
          </a:p>
        </p:txBody>
      </p:sp>
    </p:spTree>
    <p:extLst>
      <p:ext uri="{BB962C8B-B14F-4D97-AF65-F5344CB8AC3E}">
        <p14:creationId xmlns:p14="http://schemas.microsoft.com/office/powerpoint/2010/main" val="20369074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7E699-9F34-E30A-407F-21B1E70D94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2E2CF5A-9391-539A-FA43-DA49BE8BA48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87ABDE-FB0D-8814-DE22-F24EC7FED578}"/>
              </a:ext>
            </a:extLst>
          </p:cNvPr>
          <p:cNvSpPr>
            <a:spLocks noGrp="1"/>
          </p:cNvSpPr>
          <p:nvPr>
            <p:ph type="dt" sz="half" idx="10"/>
          </p:nvPr>
        </p:nvSpPr>
        <p:spPr/>
        <p:txBody>
          <a:bodyPr/>
          <a:lstStyle/>
          <a:p>
            <a:fld id="{039929C0-D38E-464F-9A33-0EDD3C56CB8C}" type="datetimeFigureOut">
              <a:rPr lang="en-US" smtClean="0"/>
              <a:t>1/26/2026</a:t>
            </a:fld>
            <a:endParaRPr lang="en-US"/>
          </a:p>
        </p:txBody>
      </p:sp>
      <p:sp>
        <p:nvSpPr>
          <p:cNvPr id="5" name="Footer Placeholder 4">
            <a:extLst>
              <a:ext uri="{FF2B5EF4-FFF2-40B4-BE49-F238E27FC236}">
                <a16:creationId xmlns:a16="http://schemas.microsoft.com/office/drawing/2014/main" id="{E573A918-67D2-76D5-4FC1-F79EA9E829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698A10-0283-0CF4-422E-2E8185976D7B}"/>
              </a:ext>
            </a:extLst>
          </p:cNvPr>
          <p:cNvSpPr>
            <a:spLocks noGrp="1"/>
          </p:cNvSpPr>
          <p:nvPr>
            <p:ph type="sldNum" sz="quarter" idx="12"/>
          </p:nvPr>
        </p:nvSpPr>
        <p:spPr/>
        <p:txBody>
          <a:bodyPr/>
          <a:lstStyle/>
          <a:p>
            <a:fld id="{92D89660-BDA3-43A5-B886-CFBD366AAE83}" type="slidenum">
              <a:rPr lang="en-US" smtClean="0"/>
              <a:t>‹#›</a:t>
            </a:fld>
            <a:endParaRPr lang="en-US"/>
          </a:p>
        </p:txBody>
      </p:sp>
    </p:spTree>
    <p:extLst>
      <p:ext uri="{BB962C8B-B14F-4D97-AF65-F5344CB8AC3E}">
        <p14:creationId xmlns:p14="http://schemas.microsoft.com/office/powerpoint/2010/main" val="16310933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A136A-02ED-ECA1-D7C4-964B4D955B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B9451CC-9E5C-6C22-A3D4-A04E0FBE4E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2994BB-F606-4C41-45B9-893D20F7F1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A83A5A5-9042-8C49-28A4-6077B7812AD4}"/>
              </a:ext>
            </a:extLst>
          </p:cNvPr>
          <p:cNvSpPr>
            <a:spLocks noGrp="1"/>
          </p:cNvSpPr>
          <p:nvPr>
            <p:ph type="dt" sz="half" idx="10"/>
          </p:nvPr>
        </p:nvSpPr>
        <p:spPr/>
        <p:txBody>
          <a:bodyPr/>
          <a:lstStyle/>
          <a:p>
            <a:fld id="{039929C0-D38E-464F-9A33-0EDD3C56CB8C}" type="datetimeFigureOut">
              <a:rPr lang="en-US" smtClean="0"/>
              <a:t>1/26/2026</a:t>
            </a:fld>
            <a:endParaRPr lang="en-US"/>
          </a:p>
        </p:txBody>
      </p:sp>
      <p:sp>
        <p:nvSpPr>
          <p:cNvPr id="6" name="Footer Placeholder 5">
            <a:extLst>
              <a:ext uri="{FF2B5EF4-FFF2-40B4-BE49-F238E27FC236}">
                <a16:creationId xmlns:a16="http://schemas.microsoft.com/office/drawing/2014/main" id="{E30BE294-257E-BD29-2B5D-1D1162A002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6E4E4A-7522-4E2D-8CB2-4EC2F86A235E}"/>
              </a:ext>
            </a:extLst>
          </p:cNvPr>
          <p:cNvSpPr>
            <a:spLocks noGrp="1"/>
          </p:cNvSpPr>
          <p:nvPr>
            <p:ph type="sldNum" sz="quarter" idx="12"/>
          </p:nvPr>
        </p:nvSpPr>
        <p:spPr/>
        <p:txBody>
          <a:bodyPr/>
          <a:lstStyle/>
          <a:p>
            <a:fld id="{92D89660-BDA3-43A5-B886-CFBD366AAE83}" type="slidenum">
              <a:rPr lang="en-US" smtClean="0"/>
              <a:t>‹#›</a:t>
            </a:fld>
            <a:endParaRPr lang="en-US"/>
          </a:p>
        </p:txBody>
      </p:sp>
    </p:spTree>
    <p:extLst>
      <p:ext uri="{BB962C8B-B14F-4D97-AF65-F5344CB8AC3E}">
        <p14:creationId xmlns:p14="http://schemas.microsoft.com/office/powerpoint/2010/main" val="15672711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A0A54-851C-9150-6633-B03CF6AC0C3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F513B9F-E384-3D14-C230-473E73A898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D006E6-D018-92EE-EF61-81ED1588598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5B527EF-9D6D-FD00-9DA2-3F542DF9E9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99087B-8E43-5FB1-CCB3-2B04CAEAE5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59EEA3C-249C-92DB-345F-A7F188E1DFFD}"/>
              </a:ext>
            </a:extLst>
          </p:cNvPr>
          <p:cNvSpPr>
            <a:spLocks noGrp="1"/>
          </p:cNvSpPr>
          <p:nvPr>
            <p:ph type="dt" sz="half" idx="10"/>
          </p:nvPr>
        </p:nvSpPr>
        <p:spPr/>
        <p:txBody>
          <a:bodyPr/>
          <a:lstStyle/>
          <a:p>
            <a:fld id="{039929C0-D38E-464F-9A33-0EDD3C56CB8C}" type="datetimeFigureOut">
              <a:rPr lang="en-US" smtClean="0"/>
              <a:t>1/26/2026</a:t>
            </a:fld>
            <a:endParaRPr lang="en-US"/>
          </a:p>
        </p:txBody>
      </p:sp>
      <p:sp>
        <p:nvSpPr>
          <p:cNvPr id="8" name="Footer Placeholder 7">
            <a:extLst>
              <a:ext uri="{FF2B5EF4-FFF2-40B4-BE49-F238E27FC236}">
                <a16:creationId xmlns:a16="http://schemas.microsoft.com/office/drawing/2014/main" id="{CC5A1D93-B3C9-C911-74CD-54E52200D9B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9F481BB-ABE7-B6E3-C727-21D80657D267}"/>
              </a:ext>
            </a:extLst>
          </p:cNvPr>
          <p:cNvSpPr>
            <a:spLocks noGrp="1"/>
          </p:cNvSpPr>
          <p:nvPr>
            <p:ph type="sldNum" sz="quarter" idx="12"/>
          </p:nvPr>
        </p:nvSpPr>
        <p:spPr/>
        <p:txBody>
          <a:bodyPr/>
          <a:lstStyle/>
          <a:p>
            <a:fld id="{92D89660-BDA3-43A5-B886-CFBD366AAE83}" type="slidenum">
              <a:rPr lang="en-US" smtClean="0"/>
              <a:t>‹#›</a:t>
            </a:fld>
            <a:endParaRPr lang="en-US"/>
          </a:p>
        </p:txBody>
      </p:sp>
    </p:spTree>
    <p:extLst>
      <p:ext uri="{BB962C8B-B14F-4D97-AF65-F5344CB8AC3E}">
        <p14:creationId xmlns:p14="http://schemas.microsoft.com/office/powerpoint/2010/main" val="41679675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373D9-8E09-65D6-E84D-61527FF5F4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664A462-73C3-2C88-2367-9BD42DAAF705}"/>
              </a:ext>
            </a:extLst>
          </p:cNvPr>
          <p:cNvSpPr>
            <a:spLocks noGrp="1"/>
          </p:cNvSpPr>
          <p:nvPr>
            <p:ph type="dt" sz="half" idx="10"/>
          </p:nvPr>
        </p:nvSpPr>
        <p:spPr/>
        <p:txBody>
          <a:bodyPr/>
          <a:lstStyle/>
          <a:p>
            <a:fld id="{039929C0-D38E-464F-9A33-0EDD3C56CB8C}" type="datetimeFigureOut">
              <a:rPr lang="en-US" smtClean="0"/>
              <a:t>1/26/2026</a:t>
            </a:fld>
            <a:endParaRPr lang="en-US"/>
          </a:p>
        </p:txBody>
      </p:sp>
      <p:sp>
        <p:nvSpPr>
          <p:cNvPr id="4" name="Footer Placeholder 3">
            <a:extLst>
              <a:ext uri="{FF2B5EF4-FFF2-40B4-BE49-F238E27FC236}">
                <a16:creationId xmlns:a16="http://schemas.microsoft.com/office/drawing/2014/main" id="{C50409D2-4448-E4E1-422A-B5214F4848B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0A6DCF5-584D-2660-EAD3-2AAB82B4A41D}"/>
              </a:ext>
            </a:extLst>
          </p:cNvPr>
          <p:cNvSpPr>
            <a:spLocks noGrp="1"/>
          </p:cNvSpPr>
          <p:nvPr>
            <p:ph type="sldNum" sz="quarter" idx="12"/>
          </p:nvPr>
        </p:nvSpPr>
        <p:spPr/>
        <p:txBody>
          <a:bodyPr/>
          <a:lstStyle/>
          <a:p>
            <a:fld id="{92D89660-BDA3-43A5-B886-CFBD366AAE83}" type="slidenum">
              <a:rPr lang="en-US" smtClean="0"/>
              <a:t>‹#›</a:t>
            </a:fld>
            <a:endParaRPr lang="en-US"/>
          </a:p>
        </p:txBody>
      </p:sp>
    </p:spTree>
    <p:extLst>
      <p:ext uri="{BB962C8B-B14F-4D97-AF65-F5344CB8AC3E}">
        <p14:creationId xmlns:p14="http://schemas.microsoft.com/office/powerpoint/2010/main" val="2073308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B71692-FE70-DC42-F65C-B242C0EBFDEA}"/>
              </a:ext>
            </a:extLst>
          </p:cNvPr>
          <p:cNvSpPr>
            <a:spLocks noGrp="1"/>
          </p:cNvSpPr>
          <p:nvPr>
            <p:ph type="dt" sz="half" idx="10"/>
          </p:nvPr>
        </p:nvSpPr>
        <p:spPr/>
        <p:txBody>
          <a:bodyPr/>
          <a:lstStyle/>
          <a:p>
            <a:fld id="{039929C0-D38E-464F-9A33-0EDD3C56CB8C}" type="datetimeFigureOut">
              <a:rPr lang="en-US" smtClean="0"/>
              <a:t>1/26/2026</a:t>
            </a:fld>
            <a:endParaRPr lang="en-US"/>
          </a:p>
        </p:txBody>
      </p:sp>
      <p:sp>
        <p:nvSpPr>
          <p:cNvPr id="3" name="Footer Placeholder 2">
            <a:extLst>
              <a:ext uri="{FF2B5EF4-FFF2-40B4-BE49-F238E27FC236}">
                <a16:creationId xmlns:a16="http://schemas.microsoft.com/office/drawing/2014/main" id="{FEA4C539-4B4A-A4D3-52F0-B47A38F956A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6D97D3A-688E-6212-100C-EDEDEBA1E859}"/>
              </a:ext>
            </a:extLst>
          </p:cNvPr>
          <p:cNvSpPr>
            <a:spLocks noGrp="1"/>
          </p:cNvSpPr>
          <p:nvPr>
            <p:ph type="sldNum" sz="quarter" idx="12"/>
          </p:nvPr>
        </p:nvSpPr>
        <p:spPr/>
        <p:txBody>
          <a:bodyPr/>
          <a:lstStyle/>
          <a:p>
            <a:fld id="{92D89660-BDA3-43A5-B886-CFBD366AAE83}" type="slidenum">
              <a:rPr lang="en-US" smtClean="0"/>
              <a:t>‹#›</a:t>
            </a:fld>
            <a:endParaRPr lang="en-US"/>
          </a:p>
        </p:txBody>
      </p:sp>
    </p:spTree>
    <p:extLst>
      <p:ext uri="{BB962C8B-B14F-4D97-AF65-F5344CB8AC3E}">
        <p14:creationId xmlns:p14="http://schemas.microsoft.com/office/powerpoint/2010/main" val="20448623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A4DEC-4E09-96C7-52E8-3576FD73C6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DE7736-6E8D-E415-46EF-0B86151F4B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B68993-97C2-0FD0-6818-11AD63272F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90972B-CE55-1D4B-8B10-3353179775D1}"/>
              </a:ext>
            </a:extLst>
          </p:cNvPr>
          <p:cNvSpPr>
            <a:spLocks noGrp="1"/>
          </p:cNvSpPr>
          <p:nvPr>
            <p:ph type="dt" sz="half" idx="10"/>
          </p:nvPr>
        </p:nvSpPr>
        <p:spPr/>
        <p:txBody>
          <a:bodyPr/>
          <a:lstStyle/>
          <a:p>
            <a:fld id="{039929C0-D38E-464F-9A33-0EDD3C56CB8C}" type="datetimeFigureOut">
              <a:rPr lang="en-US" smtClean="0"/>
              <a:t>1/26/2026</a:t>
            </a:fld>
            <a:endParaRPr lang="en-US"/>
          </a:p>
        </p:txBody>
      </p:sp>
      <p:sp>
        <p:nvSpPr>
          <p:cNvPr id="6" name="Footer Placeholder 5">
            <a:extLst>
              <a:ext uri="{FF2B5EF4-FFF2-40B4-BE49-F238E27FC236}">
                <a16:creationId xmlns:a16="http://schemas.microsoft.com/office/drawing/2014/main" id="{894C1B39-1FDA-C904-24F0-A89B46B532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400C0C-A663-A0D3-E678-E15A367F75AC}"/>
              </a:ext>
            </a:extLst>
          </p:cNvPr>
          <p:cNvSpPr>
            <a:spLocks noGrp="1"/>
          </p:cNvSpPr>
          <p:nvPr>
            <p:ph type="sldNum" sz="quarter" idx="12"/>
          </p:nvPr>
        </p:nvSpPr>
        <p:spPr/>
        <p:txBody>
          <a:bodyPr/>
          <a:lstStyle/>
          <a:p>
            <a:fld id="{92D89660-BDA3-43A5-B886-CFBD366AAE83}" type="slidenum">
              <a:rPr lang="en-US" smtClean="0"/>
              <a:t>‹#›</a:t>
            </a:fld>
            <a:endParaRPr lang="en-US"/>
          </a:p>
        </p:txBody>
      </p:sp>
    </p:spTree>
    <p:extLst>
      <p:ext uri="{BB962C8B-B14F-4D97-AF65-F5344CB8AC3E}">
        <p14:creationId xmlns:p14="http://schemas.microsoft.com/office/powerpoint/2010/main" val="20481778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E3A7C-4982-3BA0-6662-ED582C7CB5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F6DA50B-B912-6BA7-9897-F2E4ED50C9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0BB3BFE-108D-F594-5DB8-E81BDAEE59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59B8CE-A3FA-2090-9543-2F2F42919400}"/>
              </a:ext>
            </a:extLst>
          </p:cNvPr>
          <p:cNvSpPr>
            <a:spLocks noGrp="1"/>
          </p:cNvSpPr>
          <p:nvPr>
            <p:ph type="dt" sz="half" idx="10"/>
          </p:nvPr>
        </p:nvSpPr>
        <p:spPr/>
        <p:txBody>
          <a:bodyPr/>
          <a:lstStyle/>
          <a:p>
            <a:fld id="{039929C0-D38E-464F-9A33-0EDD3C56CB8C}" type="datetimeFigureOut">
              <a:rPr lang="en-US" smtClean="0"/>
              <a:t>1/26/2026</a:t>
            </a:fld>
            <a:endParaRPr lang="en-US"/>
          </a:p>
        </p:txBody>
      </p:sp>
      <p:sp>
        <p:nvSpPr>
          <p:cNvPr id="6" name="Footer Placeholder 5">
            <a:extLst>
              <a:ext uri="{FF2B5EF4-FFF2-40B4-BE49-F238E27FC236}">
                <a16:creationId xmlns:a16="http://schemas.microsoft.com/office/drawing/2014/main" id="{97079491-B8E7-BAA6-DEBE-3A27FEA413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FEDBDB-75EF-704E-8B60-573C91417B93}"/>
              </a:ext>
            </a:extLst>
          </p:cNvPr>
          <p:cNvSpPr>
            <a:spLocks noGrp="1"/>
          </p:cNvSpPr>
          <p:nvPr>
            <p:ph type="sldNum" sz="quarter" idx="12"/>
          </p:nvPr>
        </p:nvSpPr>
        <p:spPr/>
        <p:txBody>
          <a:bodyPr/>
          <a:lstStyle/>
          <a:p>
            <a:fld id="{92D89660-BDA3-43A5-B886-CFBD366AAE83}" type="slidenum">
              <a:rPr lang="en-US" smtClean="0"/>
              <a:t>‹#›</a:t>
            </a:fld>
            <a:endParaRPr lang="en-US"/>
          </a:p>
        </p:txBody>
      </p:sp>
    </p:spTree>
    <p:extLst>
      <p:ext uri="{BB962C8B-B14F-4D97-AF65-F5344CB8AC3E}">
        <p14:creationId xmlns:p14="http://schemas.microsoft.com/office/powerpoint/2010/main" val="18567049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B1A6E-6855-8887-F1BA-FFACE948C41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B97B643-4D78-5DA0-6734-765648ADDD6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AF6DC8-C4B2-E33F-9552-A1FF58A0F3EC}"/>
              </a:ext>
            </a:extLst>
          </p:cNvPr>
          <p:cNvSpPr>
            <a:spLocks noGrp="1"/>
          </p:cNvSpPr>
          <p:nvPr>
            <p:ph type="dt" sz="half" idx="10"/>
          </p:nvPr>
        </p:nvSpPr>
        <p:spPr/>
        <p:txBody>
          <a:bodyPr/>
          <a:lstStyle/>
          <a:p>
            <a:fld id="{039929C0-D38E-464F-9A33-0EDD3C56CB8C}" type="datetimeFigureOut">
              <a:rPr lang="en-US" smtClean="0"/>
              <a:t>1/26/2026</a:t>
            </a:fld>
            <a:endParaRPr lang="en-US"/>
          </a:p>
        </p:txBody>
      </p:sp>
      <p:sp>
        <p:nvSpPr>
          <p:cNvPr id="5" name="Footer Placeholder 4">
            <a:extLst>
              <a:ext uri="{FF2B5EF4-FFF2-40B4-BE49-F238E27FC236}">
                <a16:creationId xmlns:a16="http://schemas.microsoft.com/office/drawing/2014/main" id="{E2E16E32-2568-C79B-B178-83628D4F81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6108D4-5BE5-042D-0144-BDBA7B104352}"/>
              </a:ext>
            </a:extLst>
          </p:cNvPr>
          <p:cNvSpPr>
            <a:spLocks noGrp="1"/>
          </p:cNvSpPr>
          <p:nvPr>
            <p:ph type="sldNum" sz="quarter" idx="12"/>
          </p:nvPr>
        </p:nvSpPr>
        <p:spPr/>
        <p:txBody>
          <a:bodyPr/>
          <a:lstStyle/>
          <a:p>
            <a:fld id="{92D89660-BDA3-43A5-B886-CFBD366AAE83}" type="slidenum">
              <a:rPr lang="en-US" smtClean="0"/>
              <a:t>‹#›</a:t>
            </a:fld>
            <a:endParaRPr lang="en-US"/>
          </a:p>
        </p:txBody>
      </p:sp>
    </p:spTree>
    <p:extLst>
      <p:ext uri="{BB962C8B-B14F-4D97-AF65-F5344CB8AC3E}">
        <p14:creationId xmlns:p14="http://schemas.microsoft.com/office/powerpoint/2010/main" val="3251863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FE5685-03C7-C2FF-11B1-71845D29DBF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72BE51-3138-ABD7-48A3-DB1BA254CC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7170A3-4B5C-9D6B-970A-1B54A4426809}"/>
              </a:ext>
            </a:extLst>
          </p:cNvPr>
          <p:cNvSpPr>
            <a:spLocks noGrp="1"/>
          </p:cNvSpPr>
          <p:nvPr>
            <p:ph type="dt" sz="half" idx="10"/>
          </p:nvPr>
        </p:nvSpPr>
        <p:spPr/>
        <p:txBody>
          <a:bodyPr/>
          <a:lstStyle/>
          <a:p>
            <a:fld id="{039929C0-D38E-464F-9A33-0EDD3C56CB8C}" type="datetimeFigureOut">
              <a:rPr lang="en-US" smtClean="0"/>
              <a:t>1/26/2026</a:t>
            </a:fld>
            <a:endParaRPr lang="en-US"/>
          </a:p>
        </p:txBody>
      </p:sp>
      <p:sp>
        <p:nvSpPr>
          <p:cNvPr id="5" name="Footer Placeholder 4">
            <a:extLst>
              <a:ext uri="{FF2B5EF4-FFF2-40B4-BE49-F238E27FC236}">
                <a16:creationId xmlns:a16="http://schemas.microsoft.com/office/drawing/2014/main" id="{761F4D1D-DEA0-1D1C-5915-CE5DFC2B3F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9AD781-F3B9-72B7-3EAE-099EF91F1824}"/>
              </a:ext>
            </a:extLst>
          </p:cNvPr>
          <p:cNvSpPr>
            <a:spLocks noGrp="1"/>
          </p:cNvSpPr>
          <p:nvPr>
            <p:ph type="sldNum" sz="quarter" idx="12"/>
          </p:nvPr>
        </p:nvSpPr>
        <p:spPr/>
        <p:txBody>
          <a:bodyPr/>
          <a:lstStyle/>
          <a:p>
            <a:fld id="{92D89660-BDA3-43A5-B886-CFBD366AAE83}" type="slidenum">
              <a:rPr lang="en-US" smtClean="0"/>
              <a:t>‹#›</a:t>
            </a:fld>
            <a:endParaRPr lang="en-US"/>
          </a:p>
        </p:txBody>
      </p:sp>
    </p:spTree>
    <p:extLst>
      <p:ext uri="{BB962C8B-B14F-4D97-AF65-F5344CB8AC3E}">
        <p14:creationId xmlns:p14="http://schemas.microsoft.com/office/powerpoint/2010/main" val="2983519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p:spPr>
        <p:txBody>
          <a:bodyPr anchor="ctr">
            <a:noAutofit/>
          </a:bodyPr>
          <a:lstStyle/>
          <a:p>
            <a:pPr>
              <a:lnSpc>
                <a:spcPct val="90000"/>
              </a:lnSpc>
            </a:pPr>
            <a:r>
              <a:rPr lang="en-US" sz="4400" b="0" strike="noStrike" spc="-1">
                <a:solidFill>
                  <a:srgbClr val="000000"/>
                </a:solidFill>
                <a:latin typeface="Calibri Light"/>
              </a:rPr>
              <a:t>Click to edit Master title style</a:t>
            </a:r>
            <a:endParaRPr lang="en-US" sz="4400" b="0" strike="noStrike" spc="-1">
              <a:solidFill>
                <a:srgbClr val="000000"/>
              </a:solidFill>
              <a:latin typeface="Calibri"/>
            </a:endParaRPr>
          </a:p>
        </p:txBody>
      </p:sp>
      <p:sp>
        <p:nvSpPr>
          <p:cNvPr id="6" name="PlaceHolder 2"/>
          <p:cNvSpPr>
            <a:spLocks noGrp="1"/>
          </p:cNvSpPr>
          <p:nvPr>
            <p:ph type="body"/>
          </p:nvPr>
        </p:nvSpPr>
        <p:spPr>
          <a:xfrm>
            <a:off x="838080" y="1825560"/>
            <a:ext cx="10515240" cy="4350960"/>
          </a:xfrm>
          <a:prstGeom prst="rect">
            <a:avLst/>
          </a:prstGeom>
        </p:spPr>
        <p:txBody>
          <a:bodyPr>
            <a:no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Click to edit Master text styles</a:t>
            </a: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Second level</a:t>
            </a:r>
          </a:p>
          <a:p>
            <a:pPr marL="1143000" lvl="2" indent="-228240">
              <a:lnSpc>
                <a:spcPct val="90000"/>
              </a:lnSpc>
              <a:spcBef>
                <a:spcPts val="499"/>
              </a:spcBef>
              <a:buClr>
                <a:srgbClr val="000000"/>
              </a:buClr>
              <a:buFont typeface="Arial"/>
              <a:buChar char="•"/>
            </a:pPr>
            <a:r>
              <a:rPr lang="en-US" sz="2000" b="0" strike="noStrike" spc="-1">
                <a:solidFill>
                  <a:srgbClr val="000000"/>
                </a:solidFill>
                <a:latin typeface="Calibri"/>
              </a:rPr>
              <a:t>Third level</a:t>
            </a:r>
          </a:p>
          <a:p>
            <a:pPr marL="1600200" lvl="3" indent="-228240">
              <a:lnSpc>
                <a:spcPct val="90000"/>
              </a:lnSpc>
              <a:spcBef>
                <a:spcPts val="499"/>
              </a:spcBef>
              <a:buClr>
                <a:srgbClr val="000000"/>
              </a:buClr>
              <a:buFont typeface="Arial"/>
              <a:buChar char="•"/>
            </a:pPr>
            <a:r>
              <a:rPr lang="en-US" sz="1800" b="0" strike="noStrike" spc="-1">
                <a:solidFill>
                  <a:srgbClr val="000000"/>
                </a:solidFill>
                <a:latin typeface="Calibri"/>
              </a:rPr>
              <a:t>Fourth level</a:t>
            </a:r>
          </a:p>
          <a:p>
            <a:pPr marL="2057400" lvl="4" indent="-228240">
              <a:lnSpc>
                <a:spcPct val="90000"/>
              </a:lnSpc>
              <a:spcBef>
                <a:spcPts val="499"/>
              </a:spcBef>
              <a:buClr>
                <a:srgbClr val="000000"/>
              </a:buClr>
              <a:buFont typeface="Arial"/>
              <a:buChar char="•"/>
            </a:pPr>
            <a:r>
              <a:rPr lang="en-US" sz="1800" b="0" strike="noStrike" spc="-1">
                <a:solidFill>
                  <a:srgbClr val="000000"/>
                </a:solidFill>
                <a:latin typeface="Calibri"/>
              </a:rPr>
              <a:t>Fifth level</a:t>
            </a:r>
          </a:p>
        </p:txBody>
      </p:sp>
      <p:sp>
        <p:nvSpPr>
          <p:cNvPr id="2" name="PlaceHolder 3"/>
          <p:cNvSpPr>
            <a:spLocks noGrp="1"/>
          </p:cNvSpPr>
          <p:nvPr>
            <p:ph type="dt"/>
          </p:nvPr>
        </p:nvSpPr>
        <p:spPr>
          <a:xfrm>
            <a:off x="838080" y="6356520"/>
            <a:ext cx="2742840" cy="364680"/>
          </a:xfrm>
          <a:prstGeom prst="rect">
            <a:avLst/>
          </a:prstGeom>
        </p:spPr>
        <p:txBody>
          <a:bodyPr anchor="ctr">
            <a:noAutofit/>
          </a:bodyPr>
          <a:lstStyle/>
          <a:p>
            <a:pPr>
              <a:lnSpc>
                <a:spcPct val="100000"/>
              </a:lnSpc>
            </a:pPr>
            <a:fld id="{E5A2A0C9-109A-4842-AD69-4E32C2B187DE}" type="datetime">
              <a:rPr lang="en-US" sz="1200" b="0" strike="noStrike" spc="-1">
                <a:solidFill>
                  <a:srgbClr val="8B8B8B"/>
                </a:solidFill>
                <a:latin typeface="Calibri"/>
              </a:rPr>
              <a:t>1/26/2026</a:t>
            </a:fld>
            <a:endParaRPr lang="en-US" sz="1200" b="0" strike="noStrike" spc="-1">
              <a:latin typeface="Times New Roman"/>
            </a:endParaRPr>
          </a:p>
        </p:txBody>
      </p:sp>
      <p:sp>
        <p:nvSpPr>
          <p:cNvPr id="3" name="PlaceHolder 4"/>
          <p:cNvSpPr>
            <a:spLocks noGrp="1"/>
          </p:cNvSpPr>
          <p:nvPr>
            <p:ph type="ftr"/>
          </p:nvPr>
        </p:nvSpPr>
        <p:spPr>
          <a:xfrm>
            <a:off x="4038480" y="6356520"/>
            <a:ext cx="4114440" cy="364680"/>
          </a:xfrm>
          <a:prstGeom prst="rect">
            <a:avLst/>
          </a:prstGeom>
        </p:spPr>
        <p:txBody>
          <a:bodyPr anchor="ctr">
            <a:noAutofit/>
          </a:bodyPr>
          <a:lstStyle/>
          <a:p>
            <a:endParaRPr lang="en-US" sz="2400" b="0" strike="noStrike" spc="-1">
              <a:latin typeface="Times New Roman"/>
            </a:endParaRPr>
          </a:p>
        </p:txBody>
      </p:sp>
      <p:sp>
        <p:nvSpPr>
          <p:cNvPr id="4" name="PlaceHolder 5"/>
          <p:cNvSpPr>
            <a:spLocks noGrp="1"/>
          </p:cNvSpPr>
          <p:nvPr>
            <p:ph type="sldNum"/>
          </p:nvPr>
        </p:nvSpPr>
        <p:spPr>
          <a:xfrm>
            <a:off x="8610480" y="6356520"/>
            <a:ext cx="2742840" cy="364680"/>
          </a:xfrm>
          <a:prstGeom prst="rect">
            <a:avLst/>
          </a:prstGeom>
        </p:spPr>
        <p:txBody>
          <a:bodyPr anchor="ctr">
            <a:noAutofit/>
          </a:bodyPr>
          <a:lstStyle/>
          <a:p>
            <a:pPr algn="r">
              <a:lnSpc>
                <a:spcPct val="100000"/>
              </a:lnSpc>
            </a:pPr>
            <a:fld id="{95301C3A-94F8-4AFC-82F0-C19F987F204C}" type="slidenum">
              <a:rPr lang="en-US" sz="1200" b="0" strike="noStrike" spc="-1">
                <a:solidFill>
                  <a:srgbClr val="8B8B8B"/>
                </a:solidFill>
                <a:latin typeface="Calibri"/>
              </a:r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0B3136-5DBB-D922-04A7-DB3DDC9689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E6DA519-C515-6761-256F-D4E96736A1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554622-1479-9ABA-5581-C8B82DD3A4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9929C0-D38E-464F-9A33-0EDD3C56CB8C}" type="datetimeFigureOut">
              <a:rPr lang="en-US" smtClean="0"/>
              <a:t>1/26/2026</a:t>
            </a:fld>
            <a:endParaRPr lang="en-US"/>
          </a:p>
        </p:txBody>
      </p:sp>
      <p:sp>
        <p:nvSpPr>
          <p:cNvPr id="5" name="Footer Placeholder 4">
            <a:extLst>
              <a:ext uri="{FF2B5EF4-FFF2-40B4-BE49-F238E27FC236}">
                <a16:creationId xmlns:a16="http://schemas.microsoft.com/office/drawing/2014/main" id="{0295CC35-9949-F951-1A3C-D3B37CE7B7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CEEC870-73F8-B73E-2960-71055B0E36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2D89660-BDA3-43A5-B886-CFBD366AAE83}" type="slidenum">
              <a:rPr lang="en-US" smtClean="0"/>
              <a:t>‹#›</a:t>
            </a:fld>
            <a:endParaRPr lang="en-US"/>
          </a:p>
        </p:txBody>
      </p:sp>
    </p:spTree>
    <p:extLst>
      <p:ext uri="{BB962C8B-B14F-4D97-AF65-F5344CB8AC3E}">
        <p14:creationId xmlns:p14="http://schemas.microsoft.com/office/powerpoint/2010/main" val="402716046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C311BB8E-DB17-AAD3-2C3D-4926F5EB1482}"/>
              </a:ext>
            </a:extLst>
          </p:cNvPr>
          <p:cNvPicPr>
            <a:picLocks noChangeAspect="1"/>
          </p:cNvPicPr>
          <p:nvPr/>
        </p:nvPicPr>
        <p:blipFill>
          <a:blip r:embed="rId2"/>
          <a:stretch>
            <a:fillRect/>
          </a:stretch>
        </p:blipFill>
        <p:spPr>
          <a:xfrm>
            <a:off x="5233752" y="544662"/>
            <a:ext cx="6105396" cy="6007448"/>
          </a:xfrm>
          <a:prstGeom prst="rect">
            <a:avLst/>
          </a:prstGeom>
        </p:spPr>
      </p:pic>
      <p:sp>
        <p:nvSpPr>
          <p:cNvPr id="41" name="TextShape 1"/>
          <p:cNvSpPr txBox="1"/>
          <p:nvPr/>
        </p:nvSpPr>
        <p:spPr>
          <a:xfrm>
            <a:off x="87804" y="832679"/>
            <a:ext cx="4652533" cy="5520619"/>
          </a:xfrm>
          <a:prstGeom prst="rect">
            <a:avLst/>
          </a:prstGeom>
          <a:noFill/>
          <a:ln>
            <a:noFill/>
          </a:ln>
        </p:spPr>
        <p:txBody>
          <a:bodyPr>
            <a:noAutofit/>
          </a:bodyPr>
          <a:lstStyle/>
          <a:p>
            <a:pPr marL="228600" indent="-228240">
              <a:lnSpc>
                <a:spcPct val="90000"/>
              </a:lnSpc>
              <a:spcBef>
                <a:spcPts val="1001"/>
              </a:spcBef>
              <a:buClr>
                <a:srgbClr val="000000"/>
              </a:buClr>
              <a:buFont typeface="Arial"/>
              <a:buChar char="•"/>
            </a:pPr>
            <a:r>
              <a:rPr lang="en-US" sz="2800" b="0" strike="noStrike" spc="-1" dirty="0">
                <a:solidFill>
                  <a:srgbClr val="000000"/>
                </a:solidFill>
                <a:latin typeface="Calibri"/>
              </a:rPr>
              <a:t>In this task you will try to find secret rules (1) that control which pieces (2) can move, and which buckets (3) they can go into. You move them by drag and drop to earn a reward</a:t>
            </a:r>
          </a:p>
          <a:p>
            <a:pPr marL="228600" indent="-228240">
              <a:lnSpc>
                <a:spcPct val="90000"/>
              </a:lnSpc>
              <a:spcBef>
                <a:spcPts val="1001"/>
              </a:spcBef>
              <a:buClr>
                <a:srgbClr val="000000"/>
              </a:buClr>
              <a:buFont typeface="Arial"/>
              <a:buChar char="•"/>
            </a:pPr>
            <a:r>
              <a:rPr lang="en-US" sz="2800" b="0" strike="noStrike" spc="-1" dirty="0">
                <a:solidFill>
                  <a:srgbClr val="000000"/>
                </a:solidFill>
                <a:latin typeface="Calibri"/>
              </a:rPr>
              <a:t>You will have a chance to clear several boards for each rule</a:t>
            </a:r>
          </a:p>
        </p:txBody>
      </p:sp>
      <p:sp>
        <p:nvSpPr>
          <p:cNvPr id="43" name="CustomShape 2"/>
          <p:cNvSpPr/>
          <p:nvPr/>
        </p:nvSpPr>
        <p:spPr>
          <a:xfrm>
            <a:off x="7943920" y="1603168"/>
            <a:ext cx="1255320" cy="327240"/>
          </a:xfrm>
          <a:prstGeom prst="borderCallout2">
            <a:avLst>
              <a:gd name="adj1" fmla="val 18750"/>
              <a:gd name="adj2" fmla="val -8333"/>
              <a:gd name="adj3" fmla="val 18750"/>
              <a:gd name="adj4" fmla="val -16667"/>
              <a:gd name="adj5" fmla="val 480949"/>
              <a:gd name="adj6" fmla="val -15496"/>
            </a:avLst>
          </a:prstGeom>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Calibri"/>
              </a:rPr>
              <a:t>(2) Pieces</a:t>
            </a:r>
            <a:endParaRPr lang="en-US" sz="1800" b="0" strike="noStrike" spc="-1">
              <a:latin typeface="Arial"/>
            </a:endParaRPr>
          </a:p>
        </p:txBody>
      </p:sp>
      <p:sp>
        <p:nvSpPr>
          <p:cNvPr id="44" name="CustomShape 3"/>
          <p:cNvSpPr/>
          <p:nvPr/>
        </p:nvSpPr>
        <p:spPr>
          <a:xfrm>
            <a:off x="10711488" y="3265748"/>
            <a:ext cx="1255320" cy="327240"/>
          </a:xfrm>
          <a:prstGeom prst="borderCallout2">
            <a:avLst>
              <a:gd name="adj1" fmla="val 18750"/>
              <a:gd name="adj2" fmla="val -8333"/>
              <a:gd name="adj3" fmla="val 18750"/>
              <a:gd name="adj4" fmla="val -16667"/>
              <a:gd name="adj5" fmla="val -307381"/>
              <a:gd name="adj6" fmla="val -45686"/>
            </a:avLst>
          </a:prstGeom>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800" b="0" strike="noStrike" spc="-1" dirty="0">
                <a:solidFill>
                  <a:srgbClr val="FFFFFF"/>
                </a:solidFill>
                <a:latin typeface="Calibri"/>
              </a:rPr>
              <a:t>(3) Buckets</a:t>
            </a:r>
            <a:endParaRPr lang="en-US" sz="1800" b="0" strike="noStrike" spc="-1" dirty="0">
              <a:latin typeface="Arial"/>
            </a:endParaRPr>
          </a:p>
        </p:txBody>
      </p:sp>
      <p:sp>
        <p:nvSpPr>
          <p:cNvPr id="45" name="CustomShape 4"/>
          <p:cNvSpPr/>
          <p:nvPr/>
        </p:nvSpPr>
        <p:spPr>
          <a:xfrm>
            <a:off x="5745613" y="354658"/>
            <a:ext cx="1812600" cy="327240"/>
          </a:xfrm>
          <a:prstGeom prst="borderCallout2">
            <a:avLst>
              <a:gd name="adj1" fmla="val 70596"/>
              <a:gd name="adj2" fmla="val 104027"/>
              <a:gd name="adj3" fmla="val 50655"/>
              <a:gd name="adj4" fmla="val 100059"/>
              <a:gd name="adj5" fmla="val 118861"/>
              <a:gd name="adj6" fmla="val 119980"/>
            </a:avLst>
          </a:prstGeom>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US" sz="1800" b="0" strike="noStrike" spc="-1" dirty="0">
                <a:solidFill>
                  <a:srgbClr val="FFFFFF"/>
                </a:solidFill>
                <a:latin typeface="Calibri"/>
              </a:rPr>
              <a:t>(1) Rule Number</a:t>
            </a:r>
            <a:endParaRPr lang="en-US" sz="1800" b="0" strike="noStrike" spc="-1" dirty="0">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4AC67F0-9EE2-B249-B8A6-D10E77353B97}"/>
              </a:ext>
            </a:extLst>
          </p:cNvPr>
          <p:cNvSpPr>
            <a:spLocks noGrp="1"/>
          </p:cNvSpPr>
          <p:nvPr>
            <p:ph type="body"/>
          </p:nvPr>
        </p:nvSpPr>
        <p:spPr>
          <a:xfrm>
            <a:off x="938288" y="1474939"/>
            <a:ext cx="4197383" cy="1954061"/>
          </a:xfrm>
        </p:spPr>
        <p:txBody>
          <a:bodyPr>
            <a:normAutofit/>
          </a:bodyPr>
          <a:lstStyle/>
          <a:p>
            <a:r>
              <a:rPr lang="en-US" sz="2000"/>
              <a:t>You will be competing with a random “adversary.”  A correct move keeps control. A wrong move switches control to your adversary. If you log on first you see this message</a:t>
            </a:r>
          </a:p>
        </p:txBody>
      </p:sp>
      <p:sp>
        <p:nvSpPr>
          <p:cNvPr id="4" name="Text Placeholder 3">
            <a:extLst>
              <a:ext uri="{FF2B5EF4-FFF2-40B4-BE49-F238E27FC236}">
                <a16:creationId xmlns:a16="http://schemas.microsoft.com/office/drawing/2014/main" id="{74425175-5B8F-0D50-E5D6-974F30E41E30}"/>
              </a:ext>
            </a:extLst>
          </p:cNvPr>
          <p:cNvSpPr>
            <a:spLocks noGrp="1"/>
          </p:cNvSpPr>
          <p:nvPr>
            <p:ph type="body"/>
          </p:nvPr>
        </p:nvSpPr>
        <p:spPr>
          <a:xfrm>
            <a:off x="6122632" y="789141"/>
            <a:ext cx="5131080" cy="1064712"/>
          </a:xfrm>
        </p:spPr>
        <p:txBody>
          <a:bodyPr>
            <a:normAutofit/>
          </a:bodyPr>
          <a:lstStyle/>
          <a:p>
            <a:r>
              <a:rPr lang="en-US" sz="2000"/>
              <a:t>When your adversary logs on you will see this: </a:t>
            </a:r>
          </a:p>
        </p:txBody>
      </p:sp>
      <p:pic>
        <p:nvPicPr>
          <p:cNvPr id="6" name="Picture 5">
            <a:extLst>
              <a:ext uri="{FF2B5EF4-FFF2-40B4-BE49-F238E27FC236}">
                <a16:creationId xmlns:a16="http://schemas.microsoft.com/office/drawing/2014/main" id="{BCD47CBE-FF48-9EB8-03C8-E1810CB3D97E}"/>
              </a:ext>
            </a:extLst>
          </p:cNvPr>
          <p:cNvPicPr>
            <a:picLocks noChangeAspect="1"/>
          </p:cNvPicPr>
          <p:nvPr/>
        </p:nvPicPr>
        <p:blipFill>
          <a:blip r:embed="rId2"/>
          <a:srcRect b="62319"/>
          <a:stretch>
            <a:fillRect/>
          </a:stretch>
        </p:blipFill>
        <p:spPr>
          <a:xfrm>
            <a:off x="838080" y="3701442"/>
            <a:ext cx="4656577" cy="1578278"/>
          </a:xfrm>
          <a:prstGeom prst="rect">
            <a:avLst/>
          </a:prstGeom>
        </p:spPr>
      </p:pic>
      <p:pic>
        <p:nvPicPr>
          <p:cNvPr id="8" name="Picture 7">
            <a:extLst>
              <a:ext uri="{FF2B5EF4-FFF2-40B4-BE49-F238E27FC236}">
                <a16:creationId xmlns:a16="http://schemas.microsoft.com/office/drawing/2014/main" id="{873AF77A-115E-ACF7-E954-8C2E73CA42CE}"/>
              </a:ext>
            </a:extLst>
          </p:cNvPr>
          <p:cNvPicPr>
            <a:picLocks noChangeAspect="1"/>
          </p:cNvPicPr>
          <p:nvPr/>
        </p:nvPicPr>
        <p:blipFill>
          <a:blip r:embed="rId3"/>
          <a:stretch>
            <a:fillRect/>
          </a:stretch>
        </p:blipFill>
        <p:spPr>
          <a:xfrm>
            <a:off x="6222842" y="1578279"/>
            <a:ext cx="5512563" cy="4628367"/>
          </a:xfrm>
          <a:prstGeom prst="rect">
            <a:avLst/>
          </a:prstGeom>
        </p:spPr>
      </p:pic>
    </p:spTree>
    <p:extLst>
      <p:ext uri="{BB962C8B-B14F-4D97-AF65-F5344CB8AC3E}">
        <p14:creationId xmlns:p14="http://schemas.microsoft.com/office/powerpoint/2010/main" val="3106662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AC3CE50-09A0-BED4-E899-40CF3DD52594}"/>
              </a:ext>
            </a:extLst>
          </p:cNvPr>
          <p:cNvSpPr>
            <a:spLocks noGrp="1"/>
          </p:cNvSpPr>
          <p:nvPr>
            <p:ph type="subTitle"/>
          </p:nvPr>
        </p:nvSpPr>
        <p:spPr>
          <a:xfrm>
            <a:off x="658845" y="477535"/>
            <a:ext cx="10874309" cy="1347946"/>
          </a:xfrm>
        </p:spPr>
        <p:txBody>
          <a:bodyPr/>
          <a:lstStyle/>
          <a:p>
            <a:r>
              <a:rPr lang="en-US" sz="2600">
                <a:latin typeface="Calibri" panose="020F0502020204030204" pitchFamily="34" charset="0"/>
                <a:cs typeface="Calibri" panose="020F0502020204030204" pitchFamily="34" charset="0"/>
              </a:rPr>
              <a:t>You will sometimes have a “bot” partner. This ASSISTANT bot will be watching the game, and may chat suggestions. The bot may not play all the rules with you. The board looks like this. The shapes have little letters in them, and the buckets have little numbers. The bot makes suggestions in the </a:t>
            </a:r>
            <a:r>
              <a:rPr lang="en-US" sz="2600" b="1">
                <a:latin typeface="Calibri" panose="020F0502020204030204" pitchFamily="34" charset="0"/>
                <a:cs typeface="Calibri" panose="020F0502020204030204" pitchFamily="34" charset="0"/>
              </a:rPr>
              <a:t>chat</a:t>
            </a:r>
            <a:r>
              <a:rPr lang="en-US" sz="2600">
                <a:latin typeface="Calibri" panose="020F0502020204030204" pitchFamily="34" charset="0"/>
                <a:cs typeface="Calibri" panose="020F0502020204030204" pitchFamily="34" charset="0"/>
              </a:rPr>
              <a:t> window on the left. The bot will tell you how confident it is about the move. NOTE: if the chat tab is WHITE, click it to see the suggestion</a:t>
            </a:r>
          </a:p>
        </p:txBody>
      </p:sp>
      <p:pic>
        <p:nvPicPr>
          <p:cNvPr id="2" name="Content Placeholder 4">
            <a:extLst>
              <a:ext uri="{FF2B5EF4-FFF2-40B4-BE49-F238E27FC236}">
                <a16:creationId xmlns:a16="http://schemas.microsoft.com/office/drawing/2014/main" id="{809E3D5E-3D8B-D30A-B750-EEE58125C7E8}"/>
              </a:ext>
            </a:extLst>
          </p:cNvPr>
          <p:cNvPicPr>
            <a:picLocks noChangeAspect="1"/>
          </p:cNvPicPr>
          <p:nvPr/>
        </p:nvPicPr>
        <p:blipFill>
          <a:blip r:embed="rId2"/>
          <a:srcRect t="6077"/>
          <a:stretch>
            <a:fillRect/>
          </a:stretch>
        </p:blipFill>
        <p:spPr>
          <a:xfrm>
            <a:off x="1736286" y="2359872"/>
            <a:ext cx="8262737" cy="4255352"/>
          </a:xfrm>
          <a:prstGeom prst="rect">
            <a:avLst/>
          </a:prstGeom>
        </p:spPr>
      </p:pic>
    </p:spTree>
    <p:extLst>
      <p:ext uri="{BB962C8B-B14F-4D97-AF65-F5344CB8AC3E}">
        <p14:creationId xmlns:p14="http://schemas.microsoft.com/office/powerpoint/2010/main" val="38431092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65F02EC-2718-6A2B-02A4-5B919E85B1F0}"/>
              </a:ext>
            </a:extLst>
          </p:cNvPr>
          <p:cNvPicPr>
            <a:picLocks noChangeAspect="1"/>
          </p:cNvPicPr>
          <p:nvPr/>
        </p:nvPicPr>
        <p:blipFill>
          <a:blip r:embed="rId2"/>
          <a:srcRect b="60545"/>
          <a:stretch>
            <a:fillRect/>
          </a:stretch>
        </p:blipFill>
        <p:spPr>
          <a:xfrm>
            <a:off x="1176343" y="2294665"/>
            <a:ext cx="4285182" cy="2705837"/>
          </a:xfrm>
          <a:prstGeom prst="rect">
            <a:avLst/>
          </a:prstGeom>
        </p:spPr>
      </p:pic>
      <p:sp>
        <p:nvSpPr>
          <p:cNvPr id="2" name="Title 1">
            <a:extLst>
              <a:ext uri="{FF2B5EF4-FFF2-40B4-BE49-F238E27FC236}">
                <a16:creationId xmlns:a16="http://schemas.microsoft.com/office/drawing/2014/main" id="{2B2797CB-2975-B5D4-3778-FDF34AB8143F}"/>
              </a:ext>
            </a:extLst>
          </p:cNvPr>
          <p:cNvSpPr>
            <a:spLocks noGrp="1"/>
          </p:cNvSpPr>
          <p:nvPr>
            <p:ph type="title"/>
          </p:nvPr>
        </p:nvSpPr>
        <p:spPr>
          <a:xfrm>
            <a:off x="992582" y="365125"/>
            <a:ext cx="10515600" cy="1325563"/>
          </a:xfrm>
        </p:spPr>
        <p:txBody>
          <a:bodyPr/>
          <a:lstStyle/>
          <a:p>
            <a:r>
              <a:rPr lang="en-US"/>
              <a:t>You can peek at the info tab</a:t>
            </a:r>
          </a:p>
        </p:txBody>
      </p:sp>
      <p:sp>
        <p:nvSpPr>
          <p:cNvPr id="6" name="Arrow: Down 5">
            <a:extLst>
              <a:ext uri="{FF2B5EF4-FFF2-40B4-BE49-F238E27FC236}">
                <a16:creationId xmlns:a16="http://schemas.microsoft.com/office/drawing/2014/main" id="{1E8E517F-E2EE-E287-2206-74E41F3CC53D}"/>
              </a:ext>
            </a:extLst>
          </p:cNvPr>
          <p:cNvSpPr/>
          <p:nvPr/>
        </p:nvSpPr>
        <p:spPr>
          <a:xfrm rot="3664236">
            <a:off x="3818601" y="800201"/>
            <a:ext cx="449943" cy="299154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6" name="TextShape 2"/>
          <p:cNvSpPr txBox="1"/>
          <p:nvPr/>
        </p:nvSpPr>
        <p:spPr>
          <a:xfrm>
            <a:off x="6450904" y="1253520"/>
            <a:ext cx="5575619" cy="4350960"/>
          </a:xfrm>
          <a:prstGeom prst="rect">
            <a:avLst/>
          </a:prstGeom>
          <a:noFill/>
          <a:ln>
            <a:noFill/>
          </a:ln>
        </p:spPr>
        <p:txBody>
          <a:bodyPr lIns="91440" tIns="45720" rIns="91440" bIns="45720" anchor="t">
            <a:noAutofit/>
          </a:bodyPr>
          <a:lstStyle/>
          <a:p>
            <a:pPr marL="228600" indent="-227965">
              <a:lnSpc>
                <a:spcPct val="90000"/>
              </a:lnSpc>
              <a:spcBef>
                <a:spcPts val="1001"/>
              </a:spcBef>
              <a:buClr>
                <a:srgbClr val="000000"/>
              </a:buClr>
              <a:buFont typeface="Arial"/>
              <a:buChar char="•"/>
            </a:pPr>
            <a:r>
              <a:rPr lang="en-US" sz="2800" b="0" strike="noStrike" spc="-1">
                <a:solidFill>
                  <a:srgbClr val="000000"/>
                </a:solidFill>
                <a:latin typeface="Calibri"/>
              </a:rPr>
              <a:t>On the [Info] tab A </a:t>
            </a:r>
            <a:r>
              <a:rPr lang="en-US" sz="2800" b="0" strike="noStrike" spc="-1" dirty="0">
                <a:solidFill>
                  <a:srgbClr val="000000"/>
                </a:solidFill>
                <a:latin typeface="Calibri"/>
              </a:rPr>
              <a:t>wrong move is shown with a frown face.</a:t>
            </a:r>
            <a:r>
              <a:rPr lang="en-US" sz="2800" spc="-1" dirty="0">
                <a:solidFill>
                  <a:srgbClr val="000000"/>
                </a:solidFill>
                <a:latin typeface="Calibri"/>
              </a:rPr>
              <a:t>  </a:t>
            </a:r>
            <a:endParaRPr lang="en-US" sz="2800" b="0" strike="noStrike" spc="-1" dirty="0">
              <a:solidFill>
                <a:srgbClr val="000000"/>
              </a:solidFill>
              <a:latin typeface="Calibri"/>
            </a:endParaRPr>
          </a:p>
          <a:p>
            <a:pPr marL="228600" indent="-227965">
              <a:lnSpc>
                <a:spcPct val="90000"/>
              </a:lnSpc>
              <a:spcBef>
                <a:spcPts val="1001"/>
              </a:spcBef>
              <a:buClr>
                <a:srgbClr val="000000"/>
              </a:buClr>
              <a:buFont typeface="Arial"/>
              <a:buChar char="•"/>
            </a:pPr>
            <a:r>
              <a:rPr lang="en-US" sz="2800" spc="-1" dirty="0">
                <a:solidFill>
                  <a:srgbClr val="000000"/>
                </a:solidFill>
                <a:latin typeface="Calibri"/>
              </a:rPr>
              <a:t>A correct move is shown with a smile </a:t>
            </a:r>
            <a:r>
              <a:rPr lang="en-US" sz="2800" spc="-1">
                <a:solidFill>
                  <a:srgbClr val="000000"/>
                </a:solidFill>
                <a:latin typeface="Calibri"/>
              </a:rPr>
              <a:t>face.</a:t>
            </a:r>
          </a:p>
          <a:p>
            <a:pPr marL="228600" indent="-227965">
              <a:lnSpc>
                <a:spcPct val="90000"/>
              </a:lnSpc>
              <a:spcBef>
                <a:spcPts val="1001"/>
              </a:spcBef>
              <a:buClr>
                <a:srgbClr val="000000"/>
              </a:buClr>
              <a:buFont typeface="Arial"/>
              <a:buChar char="•"/>
            </a:pPr>
            <a:r>
              <a:rPr lang="en-US" sz="2800" spc="-1">
                <a:solidFill>
                  <a:srgbClr val="000000"/>
                </a:solidFill>
                <a:latin typeface="Calibri"/>
              </a:rPr>
              <a:t>Your moves have big faces. Adversary moves have small faces. </a:t>
            </a:r>
            <a:endParaRPr lang="en-US" sz="2800" spc="-1" dirty="0">
              <a:solidFill>
                <a:srgbClr val="000000"/>
              </a:solidFill>
              <a:latin typeface="Calibri"/>
            </a:endParaRPr>
          </a:p>
          <a:p>
            <a:pPr marL="228600" indent="-227965">
              <a:lnSpc>
                <a:spcPct val="90000"/>
              </a:lnSpc>
              <a:spcBef>
                <a:spcPts val="1001"/>
              </a:spcBef>
              <a:buClr>
                <a:srgbClr val="000000"/>
              </a:buClr>
              <a:buFont typeface="Arial"/>
              <a:buChar char="•"/>
            </a:pPr>
            <a:r>
              <a:rPr lang="en-US" sz="2800" spc="-1" dirty="0">
                <a:solidFill>
                  <a:srgbClr val="000000"/>
                </a:solidFill>
                <a:latin typeface="Calibri"/>
              </a:rPr>
              <a:t> Sometimes some pieces can't move. Touching them makes a frown </a:t>
            </a:r>
            <a:r>
              <a:rPr lang="en-US" sz="2800" spc="-1">
                <a:solidFill>
                  <a:srgbClr val="000000"/>
                </a:solidFill>
                <a:latin typeface="Calibri"/>
              </a:rPr>
              <a:t>face.</a:t>
            </a:r>
          </a:p>
          <a:p>
            <a:pPr marL="228600" indent="-227965">
              <a:lnSpc>
                <a:spcPct val="90000"/>
              </a:lnSpc>
              <a:spcBef>
                <a:spcPts val="1001"/>
              </a:spcBef>
              <a:buClr>
                <a:srgbClr val="000000"/>
              </a:buClr>
              <a:buFont typeface="Arial"/>
              <a:buChar char="•"/>
            </a:pPr>
            <a:r>
              <a:rPr lang="en-US" sz="2800" b="1" spc="-1">
                <a:solidFill>
                  <a:srgbClr val="000000"/>
                </a:solidFill>
                <a:latin typeface="Calibri"/>
              </a:rPr>
              <a:t>If you have a bot, remember to come back to chat tab</a:t>
            </a:r>
          </a:p>
          <a:p>
            <a:pPr marL="635">
              <a:lnSpc>
                <a:spcPct val="90000"/>
              </a:lnSpc>
              <a:spcBef>
                <a:spcPts val="1001"/>
              </a:spcBef>
              <a:buClr>
                <a:srgbClr val="000000"/>
              </a:buClr>
            </a:pPr>
            <a:endParaRPr lang="en-US" dirty="0"/>
          </a:p>
        </p:txBody>
      </p:sp>
      <p:sp>
        <p:nvSpPr>
          <p:cNvPr id="3" name="Arrow: Down 2">
            <a:extLst>
              <a:ext uri="{FF2B5EF4-FFF2-40B4-BE49-F238E27FC236}">
                <a16:creationId xmlns:a16="http://schemas.microsoft.com/office/drawing/2014/main" id="{132D6AD4-4312-3053-ABC9-DC64C17DFF45}"/>
              </a:ext>
            </a:extLst>
          </p:cNvPr>
          <p:cNvSpPr/>
          <p:nvPr/>
        </p:nvSpPr>
        <p:spPr>
          <a:xfrm rot="7324944">
            <a:off x="4572927" y="2403736"/>
            <a:ext cx="449943" cy="4279757"/>
          </a:xfrm>
          <a:prstGeom prst="downArrow">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32112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8312AA-50A7-1724-9240-E8AD2C5D73DF}"/>
              </a:ext>
            </a:extLst>
          </p:cNvPr>
          <p:cNvSpPr>
            <a:spLocks noGrp="1"/>
          </p:cNvSpPr>
          <p:nvPr>
            <p:ph idx="1"/>
          </p:nvPr>
        </p:nvSpPr>
        <p:spPr>
          <a:xfrm>
            <a:off x="838200" y="1825625"/>
            <a:ext cx="4798512" cy="4351338"/>
          </a:xfrm>
        </p:spPr>
        <p:txBody>
          <a:bodyPr/>
          <a:lstStyle/>
          <a:p>
            <a:r>
              <a:rPr lang="en-US"/>
              <a:t>When the board is cleared press [Next] to get the next board. You BOTH have to do this even if it is your adversary who removed the last piece.</a:t>
            </a:r>
          </a:p>
        </p:txBody>
      </p:sp>
      <p:pic>
        <p:nvPicPr>
          <p:cNvPr id="5" name="Picture 4">
            <a:extLst>
              <a:ext uri="{FF2B5EF4-FFF2-40B4-BE49-F238E27FC236}">
                <a16:creationId xmlns:a16="http://schemas.microsoft.com/office/drawing/2014/main" id="{5B371EAF-28E2-D5DD-E2B7-2BA76C20FE2D}"/>
              </a:ext>
            </a:extLst>
          </p:cNvPr>
          <p:cNvPicPr>
            <a:picLocks noChangeAspect="1"/>
          </p:cNvPicPr>
          <p:nvPr/>
        </p:nvPicPr>
        <p:blipFill>
          <a:blip r:embed="rId2"/>
          <a:stretch>
            <a:fillRect/>
          </a:stretch>
        </p:blipFill>
        <p:spPr>
          <a:xfrm>
            <a:off x="6555290" y="702458"/>
            <a:ext cx="3629025" cy="5276850"/>
          </a:xfrm>
          <a:prstGeom prst="rect">
            <a:avLst/>
          </a:prstGeom>
        </p:spPr>
      </p:pic>
      <p:sp>
        <p:nvSpPr>
          <p:cNvPr id="6" name="Arrow: Right 5">
            <a:extLst>
              <a:ext uri="{FF2B5EF4-FFF2-40B4-BE49-F238E27FC236}">
                <a16:creationId xmlns:a16="http://schemas.microsoft.com/office/drawing/2014/main" id="{BDF1C042-FA1A-9D81-B1FB-420FBD37328F}"/>
              </a:ext>
            </a:extLst>
          </p:cNvPr>
          <p:cNvSpPr/>
          <p:nvPr/>
        </p:nvSpPr>
        <p:spPr>
          <a:xfrm rot="1569864">
            <a:off x="2572163" y="3443758"/>
            <a:ext cx="5008796" cy="651354"/>
          </a:xfrm>
          <a:prstGeom prst="rightArrow">
            <a:avLst/>
          </a:prstGeom>
          <a:gradFill flip="none" rotWithShape="1">
            <a:gsLst>
              <a:gs pos="0">
                <a:schemeClr val="accent1">
                  <a:tint val="66000"/>
                  <a:satMod val="160000"/>
                  <a:alpha val="20000"/>
                </a:schemeClr>
              </a:gs>
              <a:gs pos="50000">
                <a:schemeClr val="accent1">
                  <a:tint val="44500"/>
                  <a:satMod val="160000"/>
                </a:schemeClr>
              </a:gs>
              <a:gs pos="100000">
                <a:schemeClr val="accent1">
                  <a:tint val="23500"/>
                  <a:satMod val="160000"/>
                </a:schemeClr>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733626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2F02F2C-A614-D295-5A78-62F930F78C1D}"/>
              </a:ext>
            </a:extLst>
          </p:cNvPr>
          <p:cNvPicPr>
            <a:picLocks noChangeAspect="1"/>
          </p:cNvPicPr>
          <p:nvPr/>
        </p:nvPicPr>
        <p:blipFill>
          <a:blip r:embed="rId2"/>
          <a:stretch>
            <a:fillRect/>
          </a:stretch>
        </p:blipFill>
        <p:spPr>
          <a:xfrm>
            <a:off x="5297569" y="324990"/>
            <a:ext cx="4671505" cy="5387490"/>
          </a:xfrm>
          <a:prstGeom prst="rect">
            <a:avLst/>
          </a:prstGeom>
        </p:spPr>
      </p:pic>
      <p:sp>
        <p:nvSpPr>
          <p:cNvPr id="66" name="TextShape 1"/>
          <p:cNvSpPr txBox="1"/>
          <p:nvPr/>
        </p:nvSpPr>
        <p:spPr>
          <a:xfrm>
            <a:off x="770760" y="1361520"/>
            <a:ext cx="3787920" cy="4350960"/>
          </a:xfrm>
          <a:prstGeom prst="rect">
            <a:avLst/>
          </a:prstGeom>
          <a:noFill/>
          <a:ln>
            <a:noFill/>
          </a:ln>
        </p:spPr>
        <p:txBody>
          <a:bodyPr>
            <a:normAutofit fontScale="91500" lnSpcReduction="10000"/>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If you can </a:t>
            </a:r>
            <a:r>
              <a:rPr lang="en-US" sz="2800" b="0" strike="noStrike" spc="-1" dirty="0">
                <a:solidFill>
                  <a:srgbClr val="000000"/>
                </a:solidFill>
                <a:latin typeface="Calibri"/>
              </a:rPr>
              <a:t>get many correct moves in a row, you will get a big reward. </a:t>
            </a:r>
          </a:p>
          <a:p>
            <a:pPr marL="228600" indent="-228240">
              <a:lnSpc>
                <a:spcPct val="90000"/>
              </a:lnSpc>
              <a:spcBef>
                <a:spcPts val="1001"/>
              </a:spcBef>
              <a:buClr>
                <a:srgbClr val="000000"/>
              </a:buClr>
              <a:buFont typeface="Arial"/>
              <a:buChar char="•"/>
            </a:pPr>
            <a:r>
              <a:rPr lang="en-US" sz="2800" b="0" strike="noStrike" spc="-1" dirty="0">
                <a:solidFill>
                  <a:srgbClr val="000000"/>
                </a:solidFill>
                <a:latin typeface="Calibri"/>
              </a:rPr>
              <a:t>We will also ask what you think the rule is, and how you found it. </a:t>
            </a:r>
          </a:p>
          <a:p>
            <a:pPr marL="228600" indent="-228240">
              <a:lnSpc>
                <a:spcPct val="90000"/>
              </a:lnSpc>
              <a:spcBef>
                <a:spcPts val="1001"/>
              </a:spcBef>
              <a:buClr>
                <a:srgbClr val="000000"/>
              </a:buClr>
              <a:buFont typeface="Arial"/>
              <a:buChar char="•"/>
            </a:pPr>
            <a:r>
              <a:rPr lang="en-US" sz="2800" b="0" i="1" strike="noStrike" spc="-1">
                <a:solidFill>
                  <a:srgbClr val="000000"/>
                </a:solidFill>
                <a:latin typeface="Calibri"/>
              </a:rPr>
              <a:t>After you answer, please click [Submit] </a:t>
            </a:r>
            <a:r>
              <a:rPr lang="en-US" sz="2800" b="0" i="1" strike="noStrike" spc="-1" dirty="0">
                <a:solidFill>
                  <a:srgbClr val="000000"/>
                </a:solidFill>
                <a:latin typeface="Calibri"/>
              </a:rPr>
              <a:t>to move on with a new rule (if </a:t>
            </a:r>
            <a:r>
              <a:rPr lang="en-US" sz="2800" b="0" i="1" strike="noStrike" spc="-1">
                <a:solidFill>
                  <a:srgbClr val="000000"/>
                </a:solidFill>
                <a:latin typeface="Calibri"/>
              </a:rPr>
              <a:t>any).</a:t>
            </a:r>
          </a:p>
          <a:p>
            <a:pPr marL="228600" indent="-228240">
              <a:lnSpc>
                <a:spcPct val="90000"/>
              </a:lnSpc>
              <a:spcBef>
                <a:spcPts val="1001"/>
              </a:spcBef>
              <a:buClr>
                <a:srgbClr val="000000"/>
              </a:buClr>
              <a:buFont typeface="Arial"/>
              <a:buChar char="•"/>
            </a:pPr>
            <a:r>
              <a:rPr lang="en-US" sz="2800" i="1" spc="-1">
                <a:solidFill>
                  <a:srgbClr val="000000"/>
                </a:solidFill>
                <a:latin typeface="Calibri"/>
              </a:rPr>
              <a:t>If your adversary won, click [Next] to keep playing</a:t>
            </a:r>
            <a:endParaRPr lang="en-US" sz="2800" b="0" strike="noStrike" spc="-1" dirty="0">
              <a:solidFill>
                <a:srgbClr val="000000"/>
              </a:solidFill>
              <a:latin typeface="Calibri"/>
            </a:endParaRPr>
          </a:p>
        </p:txBody>
      </p:sp>
      <p:sp>
        <p:nvSpPr>
          <p:cNvPr id="2" name="Callout: Line 1">
            <a:extLst>
              <a:ext uri="{FF2B5EF4-FFF2-40B4-BE49-F238E27FC236}">
                <a16:creationId xmlns:a16="http://schemas.microsoft.com/office/drawing/2014/main" id="{A7C45750-EA28-92B7-E427-246C61A2B0B5}"/>
              </a:ext>
            </a:extLst>
          </p:cNvPr>
          <p:cNvSpPr/>
          <p:nvPr/>
        </p:nvSpPr>
        <p:spPr>
          <a:xfrm>
            <a:off x="9071955" y="1327211"/>
            <a:ext cx="2845229" cy="2209789"/>
          </a:xfrm>
          <a:prstGeom prst="borderCallout1">
            <a:avLst>
              <a:gd name="adj1" fmla="val 101596"/>
              <a:gd name="adj2" fmla="val 47374"/>
              <a:gd name="adj3" fmla="val 142242"/>
              <a:gd name="adj4" fmla="val -85889"/>
            </a:avLst>
          </a:prstGeom>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After </a:t>
            </a:r>
            <a:r>
              <a:rPr lang="en-US"/>
              <a:t>you (1) explain the rule  and (2) tell how </a:t>
            </a:r>
            <a:r>
              <a:rPr lang="en-US" dirty="0"/>
              <a:t>you found </a:t>
            </a:r>
            <a:r>
              <a:rPr lang="en-US"/>
              <a:t>it, (3) </a:t>
            </a:r>
            <a:r>
              <a:rPr lang="en-US" dirty="0"/>
              <a:t>click Submit to continue</a:t>
            </a:r>
          </a:p>
        </p:txBody>
      </p:sp>
      <p:cxnSp>
        <p:nvCxnSpPr>
          <p:cNvPr id="4" name="Straight Arrow Connector 3">
            <a:extLst>
              <a:ext uri="{FF2B5EF4-FFF2-40B4-BE49-F238E27FC236}">
                <a16:creationId xmlns:a16="http://schemas.microsoft.com/office/drawing/2014/main" id="{357BC9BD-1E73-03C9-1880-344DCEC75B68}"/>
              </a:ext>
            </a:extLst>
          </p:cNvPr>
          <p:cNvCxnSpPr>
            <a:cxnSpLocks/>
            <a:stCxn id="2" idx="2"/>
            <a:endCxn id="8" idx="3"/>
          </p:cNvCxnSpPr>
          <p:nvPr/>
        </p:nvCxnSpPr>
        <p:spPr>
          <a:xfrm flipH="1">
            <a:off x="7418159" y="2432106"/>
            <a:ext cx="1653796" cy="626617"/>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F23E2404-0A75-D55D-FFA5-E5C85A1D45F5}"/>
              </a:ext>
            </a:extLst>
          </p:cNvPr>
          <p:cNvCxnSpPr>
            <a:cxnSpLocks/>
            <a:stCxn id="2" idx="2"/>
            <a:endCxn id="9" idx="3"/>
          </p:cNvCxnSpPr>
          <p:nvPr/>
        </p:nvCxnSpPr>
        <p:spPr>
          <a:xfrm flipH="1">
            <a:off x="7418159" y="2432106"/>
            <a:ext cx="1653796" cy="1484894"/>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F677FDC-F3CC-5A71-539E-0DAFFDF2687C}"/>
              </a:ext>
            </a:extLst>
          </p:cNvPr>
          <p:cNvSpPr txBox="1"/>
          <p:nvPr/>
        </p:nvSpPr>
        <p:spPr>
          <a:xfrm>
            <a:off x="6951365" y="2874057"/>
            <a:ext cx="466794" cy="369332"/>
          </a:xfrm>
          <a:prstGeom prst="rect">
            <a:avLst/>
          </a:prstGeom>
          <a:noFill/>
        </p:spPr>
        <p:txBody>
          <a:bodyPr wrap="none" rtlCol="0">
            <a:spAutoFit/>
          </a:bodyPr>
          <a:lstStyle/>
          <a:p>
            <a:r>
              <a:rPr lang="en-US"/>
              <a:t>(1)</a:t>
            </a:r>
          </a:p>
        </p:txBody>
      </p:sp>
      <p:sp>
        <p:nvSpPr>
          <p:cNvPr id="9" name="TextBox 8">
            <a:extLst>
              <a:ext uri="{FF2B5EF4-FFF2-40B4-BE49-F238E27FC236}">
                <a16:creationId xmlns:a16="http://schemas.microsoft.com/office/drawing/2014/main" id="{D1AFDD6A-AFB2-D132-FE25-9644B936C08C}"/>
              </a:ext>
            </a:extLst>
          </p:cNvPr>
          <p:cNvSpPr txBox="1"/>
          <p:nvPr/>
        </p:nvSpPr>
        <p:spPr>
          <a:xfrm>
            <a:off x="6951365" y="3732334"/>
            <a:ext cx="466794" cy="369332"/>
          </a:xfrm>
          <a:prstGeom prst="rect">
            <a:avLst/>
          </a:prstGeom>
          <a:noFill/>
        </p:spPr>
        <p:txBody>
          <a:bodyPr wrap="none" rtlCol="0">
            <a:spAutoFit/>
          </a:bodyPr>
          <a:lstStyle/>
          <a:p>
            <a:r>
              <a:rPr lang="en-US"/>
              <a:t>(2)</a:t>
            </a:r>
          </a:p>
        </p:txBody>
      </p:sp>
      <p:sp>
        <p:nvSpPr>
          <p:cNvPr id="10" name="TextBox 9">
            <a:extLst>
              <a:ext uri="{FF2B5EF4-FFF2-40B4-BE49-F238E27FC236}">
                <a16:creationId xmlns:a16="http://schemas.microsoft.com/office/drawing/2014/main" id="{1ACE5B69-8411-E17F-686D-7F8C717B0DB1}"/>
              </a:ext>
            </a:extLst>
          </p:cNvPr>
          <p:cNvSpPr txBox="1"/>
          <p:nvPr/>
        </p:nvSpPr>
        <p:spPr>
          <a:xfrm>
            <a:off x="6253974" y="4327633"/>
            <a:ext cx="466794" cy="369332"/>
          </a:xfrm>
          <a:prstGeom prst="rect">
            <a:avLst/>
          </a:prstGeom>
          <a:noFill/>
        </p:spPr>
        <p:txBody>
          <a:bodyPr wrap="none" rtlCol="0">
            <a:spAutoFit/>
          </a:bodyPr>
          <a:lstStyle/>
          <a:p>
            <a:r>
              <a:rPr lang="en-US"/>
              <a:t>(3)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6">
            <a:extLst>
              <a:ext uri="{FF2B5EF4-FFF2-40B4-BE49-F238E27FC236}">
                <a16:creationId xmlns:a16="http://schemas.microsoft.com/office/drawing/2014/main" id="{C4ED9433-CF8C-AD3F-942F-CFC2A1CCD7F2}"/>
              </a:ext>
            </a:extLst>
          </p:cNvPr>
          <p:cNvPicPr>
            <a:picLocks noChangeAspect="1"/>
          </p:cNvPicPr>
          <p:nvPr/>
        </p:nvPicPr>
        <p:blipFill>
          <a:blip r:embed="rId2"/>
          <a:stretch>
            <a:fillRect/>
          </a:stretch>
        </p:blipFill>
        <p:spPr>
          <a:xfrm>
            <a:off x="4461857" y="1253331"/>
            <a:ext cx="7463753" cy="4351338"/>
          </a:xfrm>
          <a:prstGeom prst="rect">
            <a:avLst/>
          </a:prstGeom>
        </p:spPr>
      </p:pic>
      <p:sp>
        <p:nvSpPr>
          <p:cNvPr id="70" name="TextShape 1"/>
          <p:cNvSpPr txBox="1"/>
          <p:nvPr/>
        </p:nvSpPr>
        <p:spPr>
          <a:xfrm>
            <a:off x="654381" y="974924"/>
            <a:ext cx="3433320" cy="4918842"/>
          </a:xfrm>
          <a:prstGeom prst="rect">
            <a:avLst/>
          </a:prstGeom>
          <a:noFill/>
          <a:ln>
            <a:noFill/>
          </a:ln>
        </p:spPr>
        <p:txBody>
          <a:bodyPr lIns="91440" tIns="45720" rIns="91440" bIns="45720" anchor="t">
            <a:normAutofit fontScale="99000" lnSpcReduction="10000"/>
          </a:bodyPr>
          <a:lstStyle/>
          <a:p>
            <a:pPr marL="228600" indent="-227965">
              <a:lnSpc>
                <a:spcPct val="90000"/>
              </a:lnSpc>
              <a:spcBef>
                <a:spcPts val="1001"/>
              </a:spcBef>
              <a:buClr>
                <a:srgbClr val="000000"/>
              </a:buClr>
              <a:buFont typeface="Arial"/>
              <a:buChar char="•"/>
            </a:pPr>
            <a:r>
              <a:rPr lang="en-US" sz="2800" b="0" strike="noStrike" spc="-1" dirty="0">
                <a:solidFill>
                  <a:srgbClr val="000000"/>
                </a:solidFill>
                <a:latin typeface="Calibri"/>
              </a:rPr>
              <a:t>Now try to find the </a:t>
            </a:r>
            <a:r>
              <a:rPr lang="en-US" sz="2800" b="0" strike="noStrike" spc="-1">
                <a:solidFill>
                  <a:srgbClr val="000000"/>
                </a:solidFill>
                <a:latin typeface="Calibri"/>
              </a:rPr>
              <a:t>hidden rules, with occasional help from the bot. </a:t>
            </a:r>
          </a:p>
          <a:p>
            <a:pPr marL="228600" indent="-227965">
              <a:lnSpc>
                <a:spcPct val="90000"/>
              </a:lnSpc>
              <a:spcBef>
                <a:spcPts val="1001"/>
              </a:spcBef>
              <a:buClr>
                <a:srgbClr val="000000"/>
              </a:buClr>
              <a:buFont typeface="Arial"/>
              <a:buChar char="•"/>
            </a:pPr>
            <a:r>
              <a:rPr lang="en-US" sz="2800" spc="-1">
                <a:solidFill>
                  <a:srgbClr val="000000"/>
                </a:solidFill>
                <a:latin typeface="Calibri"/>
              </a:rPr>
              <a:t>Click </a:t>
            </a:r>
            <a:r>
              <a:rPr lang="en-US" sz="2800" spc="-1" dirty="0">
                <a:solidFill>
                  <a:srgbClr val="000000"/>
                </a:solidFill>
                <a:latin typeface="Calibri"/>
              </a:rPr>
              <a:t>the question mark to see </a:t>
            </a:r>
            <a:r>
              <a:rPr lang="en-US" sz="2800" spc="-1">
                <a:solidFill>
                  <a:srgbClr val="000000"/>
                </a:solidFill>
                <a:latin typeface="Calibri"/>
              </a:rPr>
              <a:t>these hints again</a:t>
            </a:r>
          </a:p>
          <a:p>
            <a:pPr marL="228600" indent="-227965">
              <a:lnSpc>
                <a:spcPct val="90000"/>
              </a:lnSpc>
              <a:spcBef>
                <a:spcPts val="1001"/>
              </a:spcBef>
              <a:buClr>
                <a:srgbClr val="000000"/>
              </a:buClr>
              <a:buFont typeface="Arial"/>
              <a:buChar char="•"/>
            </a:pPr>
            <a:r>
              <a:rPr lang="en-US" sz="2800" b="0" strike="noStrike" spc="-1">
                <a:solidFill>
                  <a:srgbClr val="000000"/>
                </a:solidFill>
                <a:latin typeface="Calibri"/>
              </a:rPr>
              <a:t>At the end of each rule, be sure to click [Next]. It takes you forward.</a:t>
            </a:r>
            <a:endParaRPr lang="en-US" sz="2800" b="0" strike="noStrike" spc="-1" dirty="0">
              <a:solidFill>
                <a:srgbClr val="000000"/>
              </a:solidFill>
              <a:latin typeface="Calibri"/>
            </a:endParaRPr>
          </a:p>
          <a:p>
            <a:pPr marL="228600" indent="-227965">
              <a:lnSpc>
                <a:spcPct val="90000"/>
              </a:lnSpc>
              <a:spcBef>
                <a:spcPts val="1001"/>
              </a:spcBef>
              <a:buClr>
                <a:srgbClr val="000000"/>
              </a:buClr>
              <a:buFont typeface="Arial"/>
              <a:buChar char="•"/>
            </a:pPr>
            <a:r>
              <a:rPr lang="en-US" sz="2800" b="0" i="1" strike="noStrike" spc="-1" dirty="0">
                <a:solidFill>
                  <a:srgbClr val="000000"/>
                </a:solidFill>
                <a:latin typeface="Calibri"/>
              </a:rPr>
              <a:t>Good luck! </a:t>
            </a:r>
          </a:p>
        </p:txBody>
      </p:sp>
      <p:sp>
        <p:nvSpPr>
          <p:cNvPr id="2" name="Callout: Line 1">
            <a:extLst>
              <a:ext uri="{FF2B5EF4-FFF2-40B4-BE49-F238E27FC236}">
                <a16:creationId xmlns:a16="http://schemas.microsoft.com/office/drawing/2014/main" id="{4706DDC8-C81C-85E2-2F7E-3A02D9502749}"/>
              </a:ext>
            </a:extLst>
          </p:cNvPr>
          <p:cNvSpPr/>
          <p:nvPr/>
        </p:nvSpPr>
        <p:spPr>
          <a:xfrm>
            <a:off x="5247177" y="303397"/>
            <a:ext cx="1433305" cy="671527"/>
          </a:xfrm>
          <a:prstGeom prst="borderCallout1">
            <a:avLst>
              <a:gd name="adj1" fmla="val 47802"/>
              <a:gd name="adj2" fmla="val 97781"/>
              <a:gd name="adj3" fmla="val 257103"/>
              <a:gd name="adj4" fmla="val 404871"/>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t>Click for </a:t>
            </a:r>
            <a:r>
              <a:rPr lang="en-US"/>
              <a:t>these </a:t>
            </a:r>
            <a:r>
              <a:rPr lang="en-US" dirty="0"/>
              <a:t>hints!</a:t>
            </a:r>
          </a:p>
        </p:txBody>
      </p:sp>
      <p:sp>
        <p:nvSpPr>
          <p:cNvPr id="3" name="Rectangle 2">
            <a:extLst>
              <a:ext uri="{FF2B5EF4-FFF2-40B4-BE49-F238E27FC236}">
                <a16:creationId xmlns:a16="http://schemas.microsoft.com/office/drawing/2014/main" id="{F8977B08-D89F-54E2-70D9-63C89F8600D2}"/>
              </a:ext>
            </a:extLst>
          </p:cNvPr>
          <p:cNvSpPr/>
          <p:nvPr/>
        </p:nvSpPr>
        <p:spPr>
          <a:xfrm>
            <a:off x="9347200" y="1975196"/>
            <a:ext cx="1174044" cy="225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7E93B63-3F11-460C-9EBA-23D8B25E8427}"/>
              </a:ext>
            </a:extLst>
          </p:cNvPr>
          <p:cNvSpPr/>
          <p:nvPr/>
        </p:nvSpPr>
        <p:spPr>
          <a:xfrm>
            <a:off x="6780810" y="1339778"/>
            <a:ext cx="1139792" cy="4058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4140</TotalTime>
  <Words>467</Words>
  <Application>Microsoft Office PowerPoint</Application>
  <PresentationFormat>Widescreen</PresentationFormat>
  <Paragraphs>28</Paragraphs>
  <Slides>7</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7</vt:i4>
      </vt:variant>
    </vt:vector>
  </HeadingPairs>
  <TitlesOfParts>
    <vt:vector size="15"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You can peek at the info tab</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 k</dc:creator>
  <dc:description/>
  <cp:lastModifiedBy>p kantor</cp:lastModifiedBy>
  <cp:revision>49</cp:revision>
  <cp:lastPrinted>2022-06-30T18:23:14Z</cp:lastPrinted>
  <dcterms:created xsi:type="dcterms:W3CDTF">2022-02-22T16:57:20Z</dcterms:created>
  <dcterms:modified xsi:type="dcterms:W3CDTF">2026-01-26T18:49:03Z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Widescreen</vt:lpwstr>
  </property>
  <property fmtid="{D5CDD505-2E9C-101B-9397-08002B2CF9AE}" pid="9" name="ScaleCrop">
    <vt:bool>false</vt:bool>
  </property>
  <property fmtid="{D5CDD505-2E9C-101B-9397-08002B2CF9AE}" pid="10" name="ShareDoc">
    <vt:bool>false</vt:bool>
  </property>
  <property fmtid="{D5CDD505-2E9C-101B-9397-08002B2CF9AE}" pid="11" name="Slides">
    <vt:i4>11</vt:i4>
  </property>
</Properties>
</file>